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9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9F1C838-923D-446D-AB62-9A8B74525486}" v="1" dt="2025-11-30T04:42:25.48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jeswari Varadarajugari" userId="e3eeeebbf8602115" providerId="LiveId" clId="{AD44E2EC-3A47-4158-8E91-E76693FBBA58}"/>
    <pc:docChg chg="modSld">
      <pc:chgData name="Rajeswari Varadarajugari" userId="e3eeeebbf8602115" providerId="LiveId" clId="{AD44E2EC-3A47-4158-8E91-E76693FBBA58}" dt="2025-11-30T04:42:25.485" v="15"/>
      <pc:docMkLst>
        <pc:docMk/>
      </pc:docMkLst>
      <pc:sldChg chg="modSp mod">
        <pc:chgData name="Rajeswari Varadarajugari" userId="e3eeeebbf8602115" providerId="LiveId" clId="{AD44E2EC-3A47-4158-8E91-E76693FBBA58}" dt="2025-11-30T04:42:25.485" v="15"/>
        <pc:sldMkLst>
          <pc:docMk/>
          <pc:sldMk cId="0" sldId="256"/>
        </pc:sldMkLst>
        <pc:spChg chg="mod">
          <ac:chgData name="Rajeswari Varadarajugari" userId="e3eeeebbf8602115" providerId="LiveId" clId="{AD44E2EC-3A47-4158-8E91-E76693FBBA58}" dt="2025-11-30T04:42:25.485" v="15"/>
          <ac:spMkLst>
            <pc:docMk/>
            <pc:sldMk cId="0" sldId="256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9397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0581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29176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64450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21587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4457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4769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13595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9069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4574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949846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3895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030245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1452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8793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95230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9" name="Group 48"/>
          <p:cNvGrpSpPr/>
          <p:nvPr/>
        </p:nvGrpSpPr>
        <p:grpSpPr>
          <a:xfrm>
            <a:off x="20421" y="285"/>
            <a:ext cx="1952272" cy="6852968"/>
            <a:chOff x="6627813" y="195717"/>
            <a:chExt cx="1952625" cy="5678034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5717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9640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1" r:id="rId1"/>
    <p:sldLayoutId id="2147483792" r:id="rId2"/>
    <p:sldLayoutId id="2147483793" r:id="rId3"/>
    <p:sldLayoutId id="2147483794" r:id="rId4"/>
    <p:sldLayoutId id="2147483795" r:id="rId5"/>
    <p:sldLayoutId id="2147483796" r:id="rId6"/>
    <p:sldLayoutId id="2147483797" r:id="rId7"/>
    <p:sldLayoutId id="2147483798" r:id="rId8"/>
    <p:sldLayoutId id="2147483799" r:id="rId9"/>
    <p:sldLayoutId id="2147483800" r:id="rId10"/>
    <p:sldLayoutId id="2147483801" r:id="rId11"/>
    <p:sldLayoutId id="2147483802" r:id="rId12"/>
    <p:sldLayoutId id="2147483803" r:id="rId13"/>
    <p:sldLayoutId id="2147483804" r:id="rId14"/>
    <p:sldLayoutId id="2147483805" r:id="rId15"/>
    <p:sldLayoutId id="214748380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4886" y="0"/>
            <a:ext cx="7704667" cy="1810870"/>
          </a:xfrm>
        </p:spPr>
        <p:txBody>
          <a:bodyPr>
            <a:normAutofit/>
          </a:bodyPr>
          <a:lstStyle/>
          <a:p>
            <a:r>
              <a:rPr lang="en-US" sz="2800" dirty="0"/>
              <a:t>Using ECC to Add Student Details and Authenticate the Modification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Team Members:</a:t>
            </a:r>
          </a:p>
          <a:p>
            <a:r>
              <a:rPr dirty="0"/>
              <a:t>- Joshna </a:t>
            </a:r>
            <a:r>
              <a:rPr dirty="0" err="1"/>
              <a:t>Kamsani</a:t>
            </a:r>
            <a:endParaRPr dirty="0"/>
          </a:p>
          <a:p>
            <a:r>
              <a:rPr dirty="0"/>
              <a:t>- Gopi Nerella</a:t>
            </a:r>
          </a:p>
          <a:p>
            <a:r>
              <a:rPr dirty="0"/>
              <a:t>- Varadarajugari Rajeswari</a:t>
            </a:r>
            <a:endParaRPr lang="en-US" dirty="0"/>
          </a:p>
          <a:p>
            <a:r>
              <a:rPr lang="en-US" dirty="0" err="1"/>
              <a:t>Youtube</a:t>
            </a:r>
            <a:r>
              <a:rPr lang="en-US" dirty="0"/>
              <a:t> link: https://youtu.be/9T-1dFIHJrg?si=tBuEG3IlmR-LVt1P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• ECC‑based student information system</a:t>
            </a:r>
          </a:p>
          <a:p>
            <a:r>
              <a:rPr dirty="0"/>
              <a:t>• Flask backend + MySQL</a:t>
            </a:r>
          </a:p>
          <a:p>
            <a:r>
              <a:rPr dirty="0"/>
              <a:t>• Prevents unauthorized data changes</a:t>
            </a:r>
          </a:p>
          <a:p>
            <a:r>
              <a:rPr dirty="0"/>
              <a:t>• Uses cryptographic signatures for authentication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Background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Traditional APIs allow data insertion without authentication</a:t>
            </a:r>
          </a:p>
          <a:p>
            <a:r>
              <a:t>• Leads to unauthorized or incorrect student entries</a:t>
            </a:r>
          </a:p>
          <a:p>
            <a:r>
              <a:t>• ECC + centralized verification links data to its creator</a:t>
            </a:r>
          </a:p>
          <a:p>
            <a:r>
              <a:t>• Ensures authenticity and integrity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Develop a system using Python + Flask that:</a:t>
            </a:r>
          </a:p>
          <a:p>
            <a:r>
              <a:t>• Encrypts student IDs and info using ECC</a:t>
            </a:r>
          </a:p>
          <a:p>
            <a:r>
              <a:t>• Uses blockchain‑style ECC signatures</a:t>
            </a:r>
          </a:p>
          <a:p>
            <a:r>
              <a:t>• Verifies creator identity</a:t>
            </a:r>
          </a:p>
          <a:p>
            <a:r>
              <a:t>• Retrieves data only after signature validation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Added verification layer for add/modify actions</a:t>
            </a:r>
          </a:p>
          <a:p>
            <a:r>
              <a:t>• Creator signs data using private key</a:t>
            </a:r>
          </a:p>
          <a:p>
            <a:r>
              <a:t>• Backend verifies signature using public key</a:t>
            </a:r>
          </a:p>
          <a:p>
            <a:r>
              <a:t>• Only authenticated data is inserted or updated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Experiments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• Tested ECC curves: ed25519, P‑256, etc.</a:t>
            </a:r>
          </a:p>
          <a:p>
            <a:r>
              <a:rPr dirty="0"/>
              <a:t>• Final choice: secp2</a:t>
            </a:r>
            <a:r>
              <a:rPr lang="en-US" dirty="0"/>
              <a:t>56</a:t>
            </a:r>
            <a:r>
              <a:rPr dirty="0"/>
              <a:t>k1 (used in crypto systems)</a:t>
            </a:r>
          </a:p>
          <a:p>
            <a:r>
              <a:rPr dirty="0"/>
              <a:t>• Strong security + fast performance</a:t>
            </a:r>
          </a:p>
          <a:p>
            <a:r>
              <a:rPr dirty="0"/>
              <a:t>• Signature verification successful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ECC offers strong security with small key sizes</a:t>
            </a:r>
          </a:p>
          <a:p>
            <a:r>
              <a:t>• Prevents unauthorized modification</a:t>
            </a:r>
          </a:p>
          <a:p>
            <a:r>
              <a:t>• Verification ensures data integrity</a:t>
            </a:r>
          </a:p>
          <a:p>
            <a:r>
              <a:t>• Main challenge: Flask integration of signatures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 Remaining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Build full frontend for signed submissions</a:t>
            </a:r>
          </a:p>
          <a:p>
            <a:r>
              <a:t>• Add audit logs</a:t>
            </a:r>
          </a:p>
          <a:p>
            <a:r>
              <a:t>• Improve UI/UX</a:t>
            </a:r>
          </a:p>
          <a:p>
            <a:r>
              <a:t>• Deployment + documentation</a:t>
            </a:r>
          </a:p>
          <a:p>
            <a:r>
              <a:t>• Final testing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ECC ensures secure and authenticated data entry</a:t>
            </a:r>
          </a:p>
          <a:p>
            <a:r>
              <a:t>• Prevents unauthorized modifications</a:t>
            </a:r>
          </a:p>
          <a:p>
            <a:r>
              <a:t>• Scalable and secure design</a:t>
            </a:r>
          </a:p>
          <a:p>
            <a:r>
              <a:t>• Next steps: UI improvements + deployment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BF190-01C3-34BC-F0E4-227725C8CF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880225"/>
          </a:xfrm>
        </p:spPr>
        <p:txBody>
          <a:bodyPr>
            <a:normAutofit fontScale="90000"/>
          </a:bodyPr>
          <a:lstStyle/>
          <a:p>
            <a:r>
              <a:rPr lang="en-US" dirty="0"/>
              <a:t>Contribution of Team Members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C19AC9-58AD-F0E8-B823-4F8C6EA09F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42415" y="1671484"/>
            <a:ext cx="6591985" cy="5279922"/>
          </a:xfrm>
        </p:spPr>
        <p:txBody>
          <a:bodyPr>
            <a:normAutofit fontScale="62500" lnSpcReduction="20000"/>
          </a:bodyPr>
          <a:lstStyle/>
          <a:p>
            <a:r>
              <a:rPr lang="en-US" b="1" dirty="0"/>
              <a:t>Joshna </a:t>
            </a:r>
            <a:r>
              <a:rPr lang="en-US" b="1" dirty="0" err="1"/>
              <a:t>Kamsani</a:t>
            </a:r>
            <a:endParaRPr lang="en-US" b="1" dirty="0"/>
          </a:p>
          <a:p>
            <a:r>
              <a:rPr lang="en-US" dirty="0"/>
              <a:t>Worked on integrating ECC signing and verification with Flask</a:t>
            </a:r>
          </a:p>
          <a:p>
            <a:r>
              <a:rPr lang="en-US" dirty="0"/>
              <a:t>Designed and implemented API routes for adding and modifying student details</a:t>
            </a:r>
          </a:p>
          <a:p>
            <a:r>
              <a:rPr lang="en-US" dirty="0"/>
              <a:t>Developed database schema updates to support ECC-based authentication</a:t>
            </a:r>
          </a:p>
          <a:p>
            <a:r>
              <a:rPr lang="en-US" dirty="0"/>
              <a:t>Performed testing of backend logic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Gopi Nerella</a:t>
            </a:r>
          </a:p>
          <a:p>
            <a:r>
              <a:rPr lang="en-US" dirty="0"/>
              <a:t>Evaluated multiple ECC curves (ed25519, P-256, secp256k1) and finalized secp256k1</a:t>
            </a:r>
          </a:p>
          <a:p>
            <a:r>
              <a:rPr lang="en-US" dirty="0"/>
              <a:t>Implemented cryptographic signing process and verification logic</a:t>
            </a:r>
          </a:p>
          <a:p>
            <a:r>
              <a:rPr lang="en-US" dirty="0"/>
              <a:t>Researched blockchain-style authentication mechanisms</a:t>
            </a:r>
          </a:p>
          <a:p>
            <a:r>
              <a:rPr lang="en-US" dirty="0"/>
              <a:t>Worked on testing encryption/decryption workflows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Varadarajugari Rajeswari</a:t>
            </a:r>
          </a:p>
          <a:p>
            <a:r>
              <a:rPr lang="en-US" dirty="0"/>
              <a:t>Developed the frontend for student data submission and modification</a:t>
            </a:r>
          </a:p>
          <a:p>
            <a:r>
              <a:rPr lang="en-US" dirty="0"/>
              <a:t>Integrated signature-based verification flow into UI components</a:t>
            </a:r>
          </a:p>
          <a:p>
            <a:r>
              <a:rPr lang="en-US" dirty="0"/>
              <a:t>Prepared documentation, midterm report, and the presentation</a:t>
            </a:r>
          </a:p>
          <a:p>
            <a:r>
              <a:rPr lang="en-US" dirty="0"/>
              <a:t>Assisted with system-level testing and refinement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75940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681F4-B4F4-E40B-6E2E-F144532C9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5200" y="2359742"/>
            <a:ext cx="6589200" cy="1720645"/>
          </a:xfrm>
        </p:spPr>
        <p:txBody>
          <a:bodyPr>
            <a:normAutofit/>
          </a:bodyPr>
          <a:lstStyle/>
          <a:p>
            <a:pPr algn="ctr"/>
            <a:r>
              <a:rPr lang="en-US" sz="72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801464823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TM02892315[[fn=Wisp]]</Template>
  <TotalTime>82</TotalTime>
  <Words>387</Words>
  <Application>Microsoft Office PowerPoint</Application>
  <PresentationFormat>On-screen Show (4:3)</PresentationFormat>
  <Paragraphs>67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Century Gothic</vt:lpstr>
      <vt:lpstr>Wingdings 3</vt:lpstr>
      <vt:lpstr>Wisp</vt:lpstr>
      <vt:lpstr>Using ECC to Add Student Details and Authenticate the Modification Process</vt:lpstr>
      <vt:lpstr>Introduction</vt:lpstr>
      <vt:lpstr>Background</vt:lpstr>
      <vt:lpstr>Problem Statement</vt:lpstr>
      <vt:lpstr>Methodology</vt:lpstr>
      <vt:lpstr>Experiments</vt:lpstr>
      <vt:lpstr>Discussion</vt:lpstr>
      <vt:lpstr>Work Remaining</vt:lpstr>
      <vt:lpstr>Conclusion</vt:lpstr>
      <vt:lpstr>Contribution of Team Members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Rajeswari Varadarajugari</dc:creator>
  <cp:keywords/>
  <dc:description>generated using python-pptx</dc:description>
  <cp:lastModifiedBy>Rajeswari Varadarajugari</cp:lastModifiedBy>
  <cp:revision>2</cp:revision>
  <dcterms:created xsi:type="dcterms:W3CDTF">2013-01-27T09:14:16Z</dcterms:created>
  <dcterms:modified xsi:type="dcterms:W3CDTF">2025-11-30T04:42:34Z</dcterms:modified>
  <cp:category/>
</cp:coreProperties>
</file>